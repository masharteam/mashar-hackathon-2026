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3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0F76DF6-2572-4300-B310-CE040AC5E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48E2FF8-1F2A-4E58-9E19-8FC47F018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7B9CEB8-84C2-4C60-BF54-22438AC6A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6E57-4A34-443D-B4B2-28A6B002CF22}" type="datetimeFigureOut">
              <a:rPr lang="en-IL" smtClean="0"/>
              <a:t>30/06/2026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E03B5BC-4EEE-4A15-9E33-DCA7BA9D9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3FEDDE6-0F0B-43E0-BDF5-71C30CEFD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006D1-3573-4168-8FF0-5562F8FB910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60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769FDC1-CF0B-4BB1-B416-640CF62D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D2DA758-A540-416E-8F61-618B95D49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B3BE85D-01B8-4592-9AA6-63ECAFB43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6E57-4A34-443D-B4B2-28A6B002CF22}" type="datetimeFigureOut">
              <a:rPr lang="en-IL" smtClean="0"/>
              <a:t>30/06/2026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1D206AE-68A4-4BCA-AD2F-FDDDB3839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30F0CE5-BFD9-4048-8F06-B761958A8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006D1-3573-4168-8FF0-5562F8FB910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6119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57CDA43-1498-4F53-9CC7-B6F4A12C2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7B3019E-F882-4EA9-B75C-E93B18919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B6552AE-775F-48BD-8C5D-CC8F2249E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6E57-4A34-443D-B4B2-28A6B002CF22}" type="datetimeFigureOut">
              <a:rPr lang="en-IL" smtClean="0"/>
              <a:t>30/06/2026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9B9E404-2AFD-4CF1-8D8E-612CC5054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F8BE3BB-48AB-454E-A4AC-A6181DCA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006D1-3573-4168-8FF0-5562F8FB910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0635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CF75FEE-3136-43DA-8B09-BBD539090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2DEE1F4-E8F5-45FB-9FD2-26475573C9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17F6C1D-D201-44B3-9915-DFEB77E46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ED6D232-A70A-4502-A600-D1FDF663C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6E57-4A34-443D-B4B2-28A6B002CF22}" type="datetimeFigureOut">
              <a:rPr lang="en-IL" smtClean="0"/>
              <a:t>30/06/2026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FE67675-BF81-446C-8757-E2BBFA09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3396AEA-2F8B-4AE1-83FC-65A0FC46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006D1-3573-4168-8FF0-5562F8FB910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017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A77D53D-C3B0-473C-94E8-135395B20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441422C-B539-4A8E-9BFA-D5018ADB8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437D1DF-B5E6-43DC-81F1-07B55E1B5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5FB72145-FAB8-48F2-BC12-735BE78FEC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65CCE839-9FF2-49BD-B9AD-7A6BD4970D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62E78482-976B-4954-A8BC-1E5E73E5D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6E57-4A34-443D-B4B2-28A6B002CF22}" type="datetimeFigureOut">
              <a:rPr lang="en-IL" smtClean="0"/>
              <a:t>30/06/2026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EDDAFB4-B2E4-45B4-9FBA-E343932DC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9F761737-4AEE-4D20-94D8-364A47976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006D1-3573-4168-8FF0-5562F8FB910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50611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2C6CBF4-2F69-4EB6-9446-08EC9F0E7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210F7EA6-7ACB-47D1-91DC-1E2CD791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6E57-4A34-443D-B4B2-28A6B002CF22}" type="datetimeFigureOut">
              <a:rPr lang="en-IL" smtClean="0"/>
              <a:t>30/06/2026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2A0BAFFE-0D56-4021-AE90-D15528F71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AE4365A-E6CB-4ACF-A29E-A8BC7A66E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006D1-3573-4168-8FF0-5562F8FB910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7000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E20B319B-EC71-4222-85EB-527DD98B1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6E57-4A34-443D-B4B2-28A6B002CF22}" type="datetimeFigureOut">
              <a:rPr lang="en-IL" smtClean="0"/>
              <a:t>30/06/2026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BB1B7751-B990-4473-939A-6DE61F97B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C6FD7F3-3A70-4313-BE68-B68B1D2A8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006D1-3573-4168-8FF0-5562F8FB910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27809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DE5352-DC64-400C-A615-1B1306964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44DE7B5-E79D-46EC-AA04-3087097CF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DA0D4A29-81DA-4320-89B0-FF8349E7F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B142F2D-16C5-41FF-BD47-D7A58C71C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6E57-4A34-443D-B4B2-28A6B002CF22}" type="datetimeFigureOut">
              <a:rPr lang="en-IL" smtClean="0"/>
              <a:t>30/06/2026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9EF50F6-6002-4D96-907A-D2304439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3074E04-973C-42CE-BE67-97B11A9D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006D1-3573-4168-8FF0-5562F8FB910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54638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B6708F3-74F8-453C-864D-E51A97E58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1809151A-15E0-4659-882D-7DE17E21E3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34983C29-0167-4FD9-8AF8-DDE9E518D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8D3B622-BB70-4C9B-BF95-C4CBB91ED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6E57-4A34-443D-B4B2-28A6B002CF22}" type="datetimeFigureOut">
              <a:rPr lang="en-IL" smtClean="0"/>
              <a:t>30/06/2026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BBC9814-E2D8-4DCE-BCBE-C002F9363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92DE181-D15E-4A25-B5CE-ABD64465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006D1-3573-4168-8FF0-5562F8FB910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03593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1C62697-A26A-4A25-BF69-62F7D4D95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C2E871E-17CE-46D8-86E8-15DB5DE08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3AC782C-ED57-48FD-B794-BFBABD05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6E57-4A34-443D-B4B2-28A6B002CF22}" type="datetimeFigureOut">
              <a:rPr lang="en-IL" smtClean="0"/>
              <a:t>30/06/2026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A258A0B-754D-4F06-B0EB-B75D222BA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CE79A5E-51D2-4797-B1CB-A02BFC8D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006D1-3573-4168-8FF0-5562F8FB910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1508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93D48F46-FABD-4336-8BDD-606485ABF0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734886A-118A-44A0-BB75-279C9EC20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2003E94-A57E-47CE-A797-EE3DA2BA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6E57-4A34-443D-B4B2-28A6B002CF22}" type="datetimeFigureOut">
              <a:rPr lang="en-IL" smtClean="0"/>
              <a:t>30/06/2026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5623A7D-5093-4194-9955-14A7C2A83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1AED8DB-3698-4D27-AE94-C93B8D05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006D1-3573-4168-8FF0-5562F8FB910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73325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06A5C33A-A949-44A3-B175-9CEE3B484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D0EB8D4-8408-4D27-9296-FB1AAE4CD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90A0760-9C78-49EB-B210-B5CE1EA935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26E57-4A34-443D-B4B2-28A6B002CF22}" type="datetimeFigureOut">
              <a:rPr lang="en-IL" smtClean="0"/>
              <a:t>30/06/2026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3A3A34A-EDEB-4324-94A0-F818C888B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6D5AEAF-0C9C-4EAE-9D93-E88C4EAD3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006D1-3573-4168-8FF0-5562F8FB910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2726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210E7D1-1747-4A8F-AFAD-1FDF938CE6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חדר יום שיא </a:t>
            </a:r>
            <a:endParaRPr lang="en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734808A-83ED-4067-89BE-31BFA63638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י"א וי"ב</a:t>
            </a:r>
          </a:p>
          <a:p>
            <a:r>
              <a:rPr lang="he-IL" dirty="0"/>
              <a:t>אורי, אבי </a:t>
            </a:r>
            <a:r>
              <a:rPr lang="he-IL" dirty="0" err="1"/>
              <a:t>גרולמן</a:t>
            </a:r>
            <a:r>
              <a:rPr lang="he-IL" dirty="0"/>
              <a:t>, בועז חן, אלכס, משה דניאלי, לימור, ניצן, תום ואדית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25293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55D43B30-FA44-47D8-8B22-8890E9853C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3" t="23825" r="11583" b="20921"/>
          <a:stretch/>
        </p:blipFill>
        <p:spPr>
          <a:xfrm>
            <a:off x="134778" y="813732"/>
            <a:ext cx="12057222" cy="4118995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678EDB86-B688-4A6A-A827-FA8768CE68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49" t="41331" r="55365" b="35513"/>
          <a:stretch/>
        </p:blipFill>
        <p:spPr>
          <a:xfrm>
            <a:off x="3359521" y="3850547"/>
            <a:ext cx="1933932" cy="255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495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D5AFD8E9-13C5-449C-93FA-610AEF2A37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" t="20540" r="10894" b="11528"/>
          <a:stretch/>
        </p:blipFill>
        <p:spPr>
          <a:xfrm>
            <a:off x="176169" y="1073790"/>
            <a:ext cx="11631665" cy="420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297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8E2E56C-6AD5-4152-A85F-68FBB408E517}"/>
              </a:ext>
            </a:extLst>
          </p:cNvPr>
          <p:cNvSpPr txBox="1"/>
          <p:nvPr/>
        </p:nvSpPr>
        <p:spPr>
          <a:xfrm>
            <a:off x="1881231" y="1358179"/>
            <a:ext cx="9144699" cy="4592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3200" kern="100" dirty="0" err="1">
                <a:effectLst/>
                <a:latin typeface="Aptos"/>
                <a:ea typeface="Aptos"/>
                <a:cs typeface="Arial" panose="020B0604020202020204" pitchFamily="34" charset="0"/>
              </a:rPr>
              <a:t>פרומפט</a:t>
            </a:r>
            <a:r>
              <a:rPr lang="he-IL" sz="3200" kern="100" dirty="0">
                <a:effectLst/>
                <a:latin typeface="Aptos"/>
                <a:ea typeface="Aptos"/>
                <a:cs typeface="Arial" panose="020B0604020202020204" pitchFamily="34" charset="0"/>
              </a:rPr>
              <a:t> משה דניאלי: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br>
              <a:rPr lang="en-IL" sz="3200" kern="100" dirty="0">
                <a:effectLst/>
                <a:latin typeface="Aptos"/>
                <a:ea typeface="Aptos"/>
                <a:cs typeface="Arial" panose="020B0604020202020204" pitchFamily="34" charset="0"/>
              </a:rPr>
            </a:br>
            <a:r>
              <a:rPr lang="he-IL" sz="3200" kern="100" dirty="0">
                <a:effectLst/>
                <a:latin typeface="Aptos"/>
                <a:ea typeface="Aptos"/>
                <a:cs typeface="Arial" panose="020B0604020202020204" pitchFamily="34" charset="0"/>
              </a:rPr>
              <a:t>אני רוצה לבנות מערכת ליום שיא בפיזיקה כיתות יא ו </a:t>
            </a:r>
            <a:r>
              <a:rPr lang="he-IL" sz="3200" kern="100" dirty="0" err="1">
                <a:effectLst/>
                <a:latin typeface="Aptos"/>
                <a:ea typeface="Aptos"/>
                <a:cs typeface="Arial" panose="020B0604020202020204" pitchFamily="34" charset="0"/>
              </a:rPr>
              <a:t>יב</a:t>
            </a:r>
            <a:r>
              <a:rPr lang="he-IL" sz="3200" kern="100" dirty="0">
                <a:effectLst/>
                <a:latin typeface="Aptos"/>
                <a:ea typeface="Aptos"/>
                <a:cs typeface="Arial" panose="020B0604020202020204" pitchFamily="34" charset="0"/>
              </a:rPr>
              <a:t> שקשור בפיזיקה של גלים במיוחד כלי הקשה כלי נשיפה וכלי מיתרים וגם אני רוצה להראות להם בסימולציות של תדרים וגלים במחשב במה אתה מתחיל להמליץ לי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endParaRPr lang="he-IL" sz="3200" kern="100" dirty="0">
              <a:latin typeface="Aptos"/>
              <a:ea typeface="Aptos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3200" kern="100" dirty="0">
                <a:effectLst/>
                <a:latin typeface="Aptos"/>
                <a:ea typeface="Aptos"/>
                <a:cs typeface="Arial" panose="020B0604020202020204" pitchFamily="34" charset="0"/>
              </a:rPr>
              <a:t>הנחייה של ניר יונה ודרור אהרוני</a:t>
            </a:r>
            <a:endParaRPr lang="en-IL" sz="3200" kern="100" dirty="0">
              <a:effectLst/>
              <a:latin typeface="Aptos"/>
              <a:ea typeface="Aptos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674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CAC992C3-D00A-4A82-9CC6-76524378A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840658"/>
              </p:ext>
            </p:extLst>
          </p:nvPr>
        </p:nvGraphicFramePr>
        <p:xfrm>
          <a:off x="360727" y="3016331"/>
          <a:ext cx="11060184" cy="3199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86728">
                  <a:extLst>
                    <a:ext uri="{9D8B030D-6E8A-4147-A177-3AD203B41FA5}">
                      <a16:colId xmlns:a16="http://schemas.microsoft.com/office/drawing/2014/main" val="694580572"/>
                    </a:ext>
                  </a:extLst>
                </a:gridCol>
                <a:gridCol w="3686728">
                  <a:extLst>
                    <a:ext uri="{9D8B030D-6E8A-4147-A177-3AD203B41FA5}">
                      <a16:colId xmlns:a16="http://schemas.microsoft.com/office/drawing/2014/main" val="917957351"/>
                    </a:ext>
                  </a:extLst>
                </a:gridCol>
                <a:gridCol w="3686728">
                  <a:extLst>
                    <a:ext uri="{9D8B030D-6E8A-4147-A177-3AD203B41FA5}">
                      <a16:colId xmlns:a16="http://schemas.microsoft.com/office/drawing/2014/main" val="3992572660"/>
                    </a:ext>
                  </a:extLst>
                </a:gridCol>
              </a:tblGrid>
              <a:tr h="458049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e-IL" sz="1600" kern="100">
                          <a:effectLst/>
                        </a:rPr>
                        <a:t>זמן</a:t>
                      </a:r>
                      <a:endParaRPr lang="en-IL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e-IL" sz="1600" kern="100" dirty="0">
                          <a:effectLst/>
                        </a:rPr>
                        <a:t>פעילות</a:t>
                      </a:r>
                      <a:endParaRPr lang="en-IL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e-IL" sz="1600" kern="100" dirty="0">
                          <a:effectLst/>
                        </a:rPr>
                        <a:t>תוכן פדגוגי</a:t>
                      </a:r>
                      <a:endParaRPr lang="en-IL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114300" marR="114300" marT="57150" marB="57150" anchor="ctr"/>
                </a:tc>
                <a:extLst>
                  <a:ext uri="{0D108BD9-81ED-4DB2-BD59-A6C34878D82A}">
                    <a16:rowId xmlns:a16="http://schemas.microsoft.com/office/drawing/2014/main" val="337492115"/>
                  </a:ext>
                </a:extLst>
              </a:tr>
              <a:tr h="746692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L" sz="1600" kern="100">
                          <a:effectLst/>
                        </a:rPr>
                        <a:t>00:00-00:30</a:t>
                      </a:r>
                      <a:endParaRPr lang="en-IL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e-IL" sz="1600" kern="100">
                          <a:effectLst/>
                        </a:rPr>
                        <a:t>פתיחה: הפיזיקה של ה"דו</a:t>
                      </a:r>
                      <a:r>
                        <a:rPr lang="en-IL" sz="1600" kern="100">
                          <a:effectLst/>
                        </a:rPr>
                        <a:t>"</a:t>
                      </a:r>
                      <a:endParaRPr lang="en-IL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e-IL" sz="1600" kern="100" dirty="0">
                          <a:effectLst/>
                        </a:rPr>
                        <a:t>מהו צליל? (תדר, אמפליטודה), מבנה האוזן, והדגמת "ביטים</a:t>
                      </a:r>
                      <a:r>
                        <a:rPr lang="en-IL" sz="1600" kern="100" dirty="0">
                          <a:effectLst/>
                        </a:rPr>
                        <a:t>" (Beats).</a:t>
                      </a:r>
                      <a:endParaRPr lang="en-IL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114300" marR="114300" marT="57150" marB="57150" anchor="ctr"/>
                </a:tc>
                <a:extLst>
                  <a:ext uri="{0D108BD9-81ED-4DB2-BD59-A6C34878D82A}">
                    <a16:rowId xmlns:a16="http://schemas.microsoft.com/office/drawing/2014/main" val="1683572200"/>
                  </a:ext>
                </a:extLst>
              </a:tr>
              <a:tr h="748429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L" sz="1600" kern="100">
                          <a:effectLst/>
                        </a:rPr>
                        <a:t>00:30-01:15</a:t>
                      </a:r>
                      <a:endParaRPr lang="en-IL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e-IL" sz="1600" kern="100">
                          <a:effectLst/>
                        </a:rPr>
                        <a:t>מעבדת חקר ממוחשבת</a:t>
                      </a:r>
                      <a:endParaRPr lang="en-IL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e-IL" sz="1600" kern="100" dirty="0">
                          <a:effectLst/>
                        </a:rPr>
                        <a:t>חיבור תדרים, יצירת אקורדים בסימולציה, וניתוח פורייה</a:t>
                      </a:r>
                      <a:r>
                        <a:rPr lang="en-IL" sz="1600" kern="100" dirty="0">
                          <a:effectLst/>
                        </a:rPr>
                        <a:t> (Fourier).</a:t>
                      </a:r>
                      <a:endParaRPr lang="en-IL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114300" marR="114300" marT="57150" marB="57150" anchor="ctr"/>
                </a:tc>
                <a:extLst>
                  <a:ext uri="{0D108BD9-81ED-4DB2-BD59-A6C34878D82A}">
                    <a16:rowId xmlns:a16="http://schemas.microsoft.com/office/drawing/2014/main" val="3623303936"/>
                  </a:ext>
                </a:extLst>
              </a:tr>
              <a:tr h="459785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L" sz="1600" kern="100">
                          <a:effectLst/>
                        </a:rPr>
                        <a:t>01:15-02:30</a:t>
                      </a:r>
                      <a:endParaRPr lang="en-IL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e-IL" sz="1600" kern="100">
                          <a:effectLst/>
                        </a:rPr>
                        <a:t>סדנת בנייה: חליל פאן פיזיקלי</a:t>
                      </a:r>
                      <a:endParaRPr lang="en-IL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e-IL" sz="1600" kern="100">
                          <a:effectLst/>
                        </a:rPr>
                        <a:t>חישוב, חיתוך, הרכבה וכיול של חליל</a:t>
                      </a:r>
                      <a:r>
                        <a:rPr lang="en-IL" sz="1600" kern="100">
                          <a:effectLst/>
                        </a:rPr>
                        <a:t> PVC </a:t>
                      </a:r>
                      <a:r>
                        <a:rPr lang="he-IL" sz="1600" kern="100">
                          <a:effectLst/>
                        </a:rPr>
                        <a:t>מדויק</a:t>
                      </a:r>
                      <a:r>
                        <a:rPr lang="en-IL" sz="1600" kern="100">
                          <a:effectLst/>
                        </a:rPr>
                        <a:t>.</a:t>
                      </a:r>
                      <a:endParaRPr lang="en-IL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114300" marR="114300" marT="57150" marB="57150" anchor="ctr"/>
                </a:tc>
                <a:extLst>
                  <a:ext uri="{0D108BD9-81ED-4DB2-BD59-A6C34878D82A}">
                    <a16:rowId xmlns:a16="http://schemas.microsoft.com/office/drawing/2014/main" val="3558644158"/>
                  </a:ext>
                </a:extLst>
              </a:tr>
              <a:tr h="459785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L" sz="1600" kern="100" dirty="0">
                          <a:effectLst/>
                        </a:rPr>
                        <a:t>02:30-03:00</a:t>
                      </a:r>
                      <a:endParaRPr lang="en-IL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e-IL" sz="1600" kern="100" dirty="0">
                          <a:effectLst/>
                        </a:rPr>
                        <a:t>פינאלה: תזמורת התדרים</a:t>
                      </a:r>
                      <a:endParaRPr lang="en-IL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e-IL" sz="1600" kern="100" dirty="0">
                          <a:effectLst/>
                        </a:rPr>
                        <a:t>נגינה משותפת, סיכום והדגמת "צורות </a:t>
                      </a:r>
                      <a:r>
                        <a:rPr lang="he-IL" sz="1600" kern="100" dirty="0" err="1">
                          <a:effectLst/>
                        </a:rPr>
                        <a:t>כלדני</a:t>
                      </a:r>
                      <a:r>
                        <a:rPr lang="he-IL" sz="1600" kern="100" dirty="0">
                          <a:effectLst/>
                        </a:rPr>
                        <a:t>" (אם יש זמן)</a:t>
                      </a:r>
                      <a:r>
                        <a:rPr lang="en-IL" sz="1600" kern="100" dirty="0">
                          <a:effectLst/>
                        </a:rPr>
                        <a:t>.</a:t>
                      </a:r>
                      <a:endParaRPr lang="en-IL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114300" marR="114300" marT="57150" marB="57150" anchor="ctr"/>
                </a:tc>
                <a:extLst>
                  <a:ext uri="{0D108BD9-81ED-4DB2-BD59-A6C34878D82A}">
                    <a16:rowId xmlns:a16="http://schemas.microsoft.com/office/drawing/2014/main" val="1743252061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2953611-A815-4650-B065-D1841C71C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206" y="386024"/>
            <a:ext cx="8047011" cy="2887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en-I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Aptos"/>
                <a:cs typeface="Arial" panose="020B0604020202020204" pitchFamily="34" charset="0"/>
              </a:rPr>
              <a:t>מסמך דרישות (</a:t>
            </a:r>
            <a:r>
              <a:rPr kumimoji="0" lang="en-US" altLang="en-I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Aptos"/>
                <a:cs typeface="Arial" panose="020B0604020202020204" pitchFamily="34" charset="0"/>
              </a:rPr>
              <a:t>(google AI studio</a:t>
            </a:r>
            <a:r>
              <a:rPr kumimoji="0" lang="he-IL" altLang="en-I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Aptos"/>
                <a:cs typeface="Arial" panose="020B0604020202020204" pitchFamily="34" charset="0"/>
              </a:rPr>
              <a:t>: יום שיא "פיזיקה וצלילים" (כיתות י"א-י"ב)</a:t>
            </a: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he-IL" altLang="en-IL" sz="2000" dirty="0"/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en-I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Aptos"/>
                <a:cs typeface="Arial" panose="020B0604020202020204" pitchFamily="34" charset="0"/>
              </a:rPr>
              <a:t>מטרות על</a:t>
            </a:r>
            <a:endParaRPr kumimoji="0" lang="en-US" altLang="en-I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he-IL" altLang="en-I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Aptos"/>
                <a:cs typeface="Arial" panose="020B0604020202020204" pitchFamily="34" charset="0"/>
              </a:rPr>
              <a:t>הבנת הקשר בין גלים עומדים במיתרים ובצינורות לבין התווים המוזיקליים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Aptos"/>
                <a:cs typeface="Arial" panose="020B0604020202020204" pitchFamily="34" charset="0"/>
              </a:rPr>
              <a:t>.</a:t>
            </a: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he-IL" altLang="en-I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Aptos"/>
                <a:cs typeface="Arial" panose="020B0604020202020204" pitchFamily="34" charset="0"/>
              </a:rPr>
              <a:t>המחשת המושג "צליל" </a:t>
            </a:r>
            <a:r>
              <a:rPr kumimoji="0" lang="en-US" altLang="en-I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Aptos"/>
                <a:cs typeface="Arial" panose="020B0604020202020204" pitchFamily="34" charset="0"/>
              </a:rPr>
              <a:t> )</a:t>
            </a:r>
            <a:r>
              <a:rPr kumimoji="0" lang="he-IL" altLang="en-I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Aptos"/>
                <a:cs typeface="Arial" panose="020B0604020202020204" pitchFamily="34" charset="0"/>
              </a:rPr>
              <a:t>מסינוס בודד ועד אקורד מורכב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Aptos"/>
                <a:cs typeface="Arial" panose="020B0604020202020204" pitchFamily="34" charset="0"/>
              </a:rPr>
              <a:t>.</a:t>
            </a:r>
            <a:r>
              <a:rPr kumimoji="0" lang="en-US" altLang="en-I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Aptos"/>
                <a:cs typeface="Arial" panose="020B0604020202020204" pitchFamily="34" charset="0"/>
              </a:rPr>
              <a:t> (</a:t>
            </a:r>
            <a:endParaRPr kumimoji="0" lang="en-IL" altLang="en-I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/>
              <a:ea typeface="Aptos"/>
              <a:cs typeface="Arial" panose="020B0604020202020204" pitchFamily="34" charset="0"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he-IL" altLang="en-I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Aptos"/>
                <a:cs typeface="Arial" panose="020B0604020202020204" pitchFamily="34" charset="0"/>
              </a:rPr>
              <a:t>התנסות מעשית בבנייה, כיול וניתוח של כלי נגינה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Aptos"/>
                <a:cs typeface="Arial" panose="020B0604020202020204" pitchFamily="34" charset="0"/>
              </a:rPr>
              <a:t>.</a:t>
            </a:r>
            <a:endParaRPr kumimoji="0" lang="he-IL" altLang="en-I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/>
              <a:ea typeface="Aptos"/>
              <a:cs typeface="Arial" panose="020B0604020202020204" pitchFamily="34" charset="0"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I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en-I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Aptos"/>
                <a:cs typeface="Arial" panose="020B0604020202020204" pitchFamily="34" charset="0"/>
              </a:rPr>
              <a:t>מבנה הזמן (3 שעות מרוכזות)</a:t>
            </a:r>
            <a:endParaRPr kumimoji="0" lang="en-US" altLang="en-I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04277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216</Words>
  <Application>Microsoft Office PowerPoint</Application>
  <PresentationFormat>מסך רחב</PresentationFormat>
  <Paragraphs>30</Paragraphs>
  <Slides>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ערכת נושא Office</vt:lpstr>
      <vt:lpstr>חדר יום שיא 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חדר יום שיא </dc:title>
  <dc:creator>Edith Beilis</dc:creator>
  <cp:lastModifiedBy>Edith Beilis</cp:lastModifiedBy>
  <cp:revision>2</cp:revision>
  <dcterms:created xsi:type="dcterms:W3CDTF">2026-06-30T06:42:41Z</dcterms:created>
  <dcterms:modified xsi:type="dcterms:W3CDTF">2026-06-30T06:47:40Z</dcterms:modified>
</cp:coreProperties>
</file>